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Start with the product question. Explain that the scope is intentionally small: one goal, manual inputs, and a backend calculation the team can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Define the product boundary before discussing architecture. The important point is that the implementation is scoped to the planning loop, not general personal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Walk through the request path: browser to API, service validation, pace engine, snapshot, dashboard response. State clearly that React does not duplicate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Present this as the main technical decision. The calculation has to be testable and repeatable because it affects financial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why this matters for review. The app can show what was calculated at a point in time instead of silently changing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that security is part of the product contract. Financial data only makes sense if ownership checks are enforced at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Separate runtime AI from development assistance. The runtime feature is explanation only; the financial result comes from pace-v1.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Tie the test groups back to the architecture. Mention the honest limit: these checks do not prove production load behavior or every future financial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Keep this as the handoff. The next screen should be the app, not another explanation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GRADUATE CS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Users/nati/Documents/Personal_Nati/VS_code_stuff/2026/sofia/goal-wise/.worktrees/final-demo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The product answers one question: can the user stay on pace for a target date?  /  The system turns manual assumptions into a weekly safe-to-spend number.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MVP keeps the planning problem bounded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current system supports one active goal and explicit user-entered assumptions.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moves through one backend calculation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frontend captures inputs and renders results; the backend owns the official numbers.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a deterministic pace engine for financial output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same inputs, date, timezone, and formula version produce the same result.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safe-to-spend, shortfall, and pace status come from a deterministic engine.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pace-engine contract and golden tests check stable result behavior.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AI-generated calculations would be difficult to verify.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deterministic formulas may be less flexible than open-ended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keep explanations separate from the calculation authority.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each committed calculation as a snapshot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A snapshot records normalized inputs and versioned results for later 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calculations are stored as immutable snapshots after input changes.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snapshot schema and repository tests protect stored records.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lose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snapshots add storage and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store normalized aggregate inputs, not raw transaction descriptions.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ownership and session boundaries consistently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hosted demo uses the same auth and data-isolation rules as the local system.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AND REVIEW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explains committed results, but does not produce them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planning workflow still works when the AI provider is unavailable.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 follows the system boundaries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checks focus on calculation correctness, data isolation, persistence, and frontend contracts.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14400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pace golden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06040" y="2606040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06040" y="2606040"/>
            <a:ext cx="6309360" cy="16459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32369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API + auth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06040" y="3264408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06040" y="3264408"/>
            <a:ext cx="5760720" cy="1645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953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migration smoke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922776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922776"/>
            <a:ext cx="4937760" cy="16459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45537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frontend checks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06040" y="4581144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06040" y="4581144"/>
            <a:ext cx="5349240" cy="16459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75520" y="2578608"/>
            <a:ext cx="1371600" cy="2788920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0" y="28803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0040112" y="340156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 CONTRACT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demo follows the same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Show the normal planning flow, one safe failure, and the engineering evidence.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2026-09-11T03:06:55Z</dcterms:created>
  <dcterms:modified xsi:type="dcterms:W3CDTF">2026-09-11T03:06:55Z</dcterms:modified>
</cp:coreProperties>
</file>
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Start with the product question. Explain that the scope is intentionally small: one goal, manual inputs, and a backend calculation the team can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Define the product boundary before discussing architecture. The important point is that the implementation is scoped to the planning loop, not general personal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Walk through the request path: browser to API, service validation, pace engine, snapshot, dashboard response. State clearly that React does not duplicate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Present this as the main technical decision. The calculation has to be testable and repeatable because it affects financial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why this matters for review. The app can show what was calculated at a point in time instead of silently changing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that security is part of the product contract. Financial data only makes sense if ownership checks are enforced at the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Separate runtime AI from development assistance. The runtime feature is explanation only; the financial result comes from pace-v1.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Tie the test groups back to the architecture. Mention the honest limit: these checks do not prove production load behavior or every future financial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Keep this as the handoff. The next screen should be the app, not another explanation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" y="713232"/>
            <a:ext cx="146304" cy="525780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9326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D8B0"/>
                </a:solidFill>
              </a:rPr>
              <a:t>GRADUATE CS FINAL DEMO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552" y="133502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GoalWise</a:t>
            </a:r>
            <a:endParaRPr lang="en-US" sz="4900" dirty="0"/>
          </a:p>
        </p:txBody>
      </p:sp>
      <p:sp>
        <p:nvSpPr>
          <p:cNvPr id="45" name="Text 43"/>
          <p:cNvSpPr/>
          <p:nvPr/>
        </p:nvSpPr>
        <p:spPr>
          <a:xfrm>
            <a:off x="103327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EC4"/>
                </a:solidFill>
              </a:rPr>
              <a:t>weekly planning from explicit assumptions</a:t>
            </a:r>
            <a:endParaRPr lang="en-US" sz="1700" dirty="0"/>
          </a:p>
        </p:txBody>
      </p:sp>
      <p:pic>
        <p:nvPicPr>
          <p:cNvPr id="46" name="Image 0" descr="/Users/nati/Documents/Personal_Nati/VS_code_stuff/2026/sofia/goal-wise/.worktrees/final-demo-deck/docs/final-demo-deck/assets/goalwise-mai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658368"/>
            <a:ext cx="4709160" cy="470916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6263640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73368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ONE GOAL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373368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MVP scope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119872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229600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PACE-v1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8229600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deterministic core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976104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085832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AI EDGE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085832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explain only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4DD"/>
                </a:solidFill>
              </a:rPr>
              <a:t>The product answers one question: can the user stay on pace for a target date?  /  The system turns manual assumptions into a weekly safe-to-spend number.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PRODUCT SCOPE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MVP keeps the planning problem bounded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current system supports one active goal and explicit user-entered assumptions.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78608"/>
            <a:ext cx="3246120" cy="2670048"/>
          </a:xfrm>
          <a:prstGeom prst="rect">
            <a:avLst/>
          </a:prstGeom>
          <a:solidFill>
            <a:srgbClr val="F5FBF7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A50"/>
                </a:solidFill>
              </a:rPr>
              <a:t>CURRENT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What the demo can defend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69264" y="3858768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25296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one active savings goal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69264" y="4242816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25296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manual assumptions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69264" y="4626864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25296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safe-to-spend + status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17136" y="2578608"/>
            <a:ext cx="3246120" cy="2670048"/>
          </a:xfrm>
          <a:prstGeom prst="rect">
            <a:avLst/>
          </a:prstGeom>
          <a:solidFill>
            <a:srgbClr val="F4F8FC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A8"/>
                </a:solidFill>
              </a:rPr>
              <a:t>EDGE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718304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Accepted but controlled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4736592" y="3858768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92624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CSV preview +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36592" y="4242816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92624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optional AI explanation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36592" y="4626864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92624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snapshot-scoped summaries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84464" y="2578608"/>
            <a:ext cx="3246120" cy="2670048"/>
          </a:xfrm>
          <a:prstGeom prst="rect">
            <a:avLst/>
          </a:prstGeom>
          <a:solidFill>
            <a:srgbClr val="FFF8F5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85632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5F4B"/>
                </a:solidFill>
              </a:rPr>
              <a:t>DEFERRED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85632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Named honestly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503920" y="3858768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59952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bank sync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503920" y="4242816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59952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raw transaction import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03920" y="4626864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75995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multi-goal planning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SYSTEM ARCHITECTURE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moves through one backend calculation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frontend captures inputs and renders results; the backend owns the official numbers.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315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Browser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412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React renders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3042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07792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8BD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0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BD8B0"/>
                </a:solidFill>
              </a:rPr>
              <a:t>API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017520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FastAPI /api/v1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480560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0749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846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Services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51846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ownership + normalize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6476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242048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51776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pace-v1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51776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pure calculation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814816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4183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280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Snapshots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5280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immutable audit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86384" y="4800600"/>
            <a:ext cx="10378440" cy="566928"/>
          </a:xfrm>
          <a:prstGeom prst="rect">
            <a:avLst/>
          </a:prstGeom>
          <a:solidFill>
            <a:srgbClr val="17201C"/>
          </a:solidFill>
          <a:ln w="12700">
            <a:solidFill>
              <a:srgbClr val="31443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4128" y="4983480"/>
            <a:ext cx="9893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6F1E7"/>
                </a:solidFill>
              </a:rPr>
              <a:t>Frontend formats and visualizes; the backend owns official financial outputs.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a deterministic pace engine for financial output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same inputs, date, timezone, and formula version produce the same result.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safe-to-spend, shortfall, and pace status come from a deterministic engine.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pace-engine contract and golden tests check stable result behavior.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AI-generated calculations would be difficult to verify.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deterministic formulas may be less flexible than open-ended advice.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keep explanations separate from the calculation authority.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Store each committed calculation as a snapshot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A snapshot records normalized inputs and versioned results for later review.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calculations are stored as immutable snapshots after input changes.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snapshot schema and repository tests protect stored records.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recomputing history would lose what the user saw earlier.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snapshots add storage and schema discipline.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store normalized aggregate inputs, not raw transaction descriptions.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SECURITY BOUNDARY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ownership and session boundaries consistently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hosted demo uses the same auth and data-isolation rules as the local system.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296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2487168"/>
            <a:ext cx="128016" cy="96012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3385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A50"/>
                </a:solidFill>
              </a:rPr>
              <a:t>Session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5059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HTTP-only cookie; only a hashed opaque token is stored server-side</a:t>
            </a:r>
            <a:endParaRPr lang="en-US" sz="1220" dirty="0"/>
          </a:p>
        </p:txBody>
      </p:sp>
      <p:sp>
        <p:nvSpPr>
          <p:cNvPr id="48" name="Shape 46"/>
          <p:cNvSpPr/>
          <p:nvPr/>
        </p:nvSpPr>
        <p:spPr>
          <a:xfrm>
            <a:off x="626364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A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63640" y="2487168"/>
            <a:ext cx="128016" cy="96012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7453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A8"/>
                </a:solidFill>
              </a:rPr>
              <a:t>CSRF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9127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Unsafe authenticated methods require a CSRF token</a:t>
            </a:r>
            <a:endParaRPr lang="en-US" sz="1220" dirty="0"/>
          </a:p>
        </p:txBody>
      </p:sp>
      <p:sp>
        <p:nvSpPr>
          <p:cNvPr id="52" name="Shape 50"/>
          <p:cNvSpPr/>
          <p:nvPr/>
        </p:nvSpPr>
        <p:spPr>
          <a:xfrm>
            <a:off x="82296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85F4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904488"/>
            <a:ext cx="128016" cy="960120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3385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5F4B"/>
                </a:solidFill>
              </a:rPr>
              <a:t>Ownership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45059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Private cross-user resource access returns 404</a:t>
            </a:r>
            <a:endParaRPr lang="en-US" sz="1220" dirty="0"/>
          </a:p>
        </p:txBody>
      </p:sp>
      <p:sp>
        <p:nvSpPr>
          <p:cNvPr id="56" name="Shape 54"/>
          <p:cNvSpPr/>
          <p:nvPr/>
        </p:nvSpPr>
        <p:spPr>
          <a:xfrm>
            <a:off x="626364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E6A83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63640" y="3904488"/>
            <a:ext cx="128016" cy="960120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7453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A83B"/>
                </a:solidFill>
              </a:rPr>
              <a:t>Hosting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89127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Railway uses secure cookies, allowlisted origins, and PostgreSQL</a:t>
            </a:r>
            <a:endParaRPr lang="en-US" sz="1220" dirty="0"/>
          </a:p>
        </p:txBody>
      </p:sp>
      <p:sp>
        <p:nvSpPr>
          <p:cNvPr id="60" name="Shape 58"/>
          <p:cNvSpPr/>
          <p:nvPr/>
        </p:nvSpPr>
        <p:spPr>
          <a:xfrm>
            <a:off x="960120" y="5440680"/>
            <a:ext cx="10149840" cy="475488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43000" y="559612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6F1E7"/>
                </a:solidFill>
              </a:rPr>
              <a:t>Demo failure case: unauthorized or cross-user access fails without exposing another user's financial data.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AI AND REVIEW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explains committed results, but does not produce them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planning workflow still works when the AI provider is unavailable.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8368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3816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7A50"/>
                </a:solidFill>
              </a:rPr>
              <a:t>COMMITTED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813816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snapshot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58568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26080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38BD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81528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8BDF8"/>
                </a:solidFill>
              </a:rPr>
              <a:t>MINIMIZED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3081528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aggregate payload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26280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193792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6A83B"/>
                </a:solidFill>
              </a:rPr>
              <a:t>GENERATED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349240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explanation prose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93992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461504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8BD8B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16952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D8B0"/>
                </a:solidFill>
              </a:rPr>
              <a:t>VALIDATED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7616952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schema + snapshot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061704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729216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84664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A8"/>
                </a:solidFill>
              </a:rPr>
              <a:t>RENDERED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9884664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backend numbers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51560" y="486460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</a:rPr>
              <a:t>Runtime AI is allowed to explain a committed calculation. It is not allowed to become the calculator.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VERIFICATION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Verification follows the system boundaries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checks focus on calculation correctness, data isolation, persistence, and frontend contracts.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14400" y="257860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pace golden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06040" y="2606040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06040" y="2606040"/>
            <a:ext cx="6309360" cy="164592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32369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API + auth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06040" y="3264408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06040" y="3264408"/>
            <a:ext cx="5760720" cy="16459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389534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migration smoke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06040" y="3922776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06040" y="3922776"/>
            <a:ext cx="4937760" cy="164592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45537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frontend checks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06040" y="4581144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06040" y="4581144"/>
            <a:ext cx="5349240" cy="164592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75520" y="2578608"/>
            <a:ext cx="1371600" cy="2788920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58400" y="28803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A83B"/>
                </a:solidFill>
              </a:rPr>
              <a:t>Known gap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0040112" y="340156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6F1E7"/>
                </a:solidFill>
              </a:rPr>
              <a:t>Tests prove contracts, not production load.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LIVE DEMO CONTRACT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live demo follows the same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Show the normal planning flow, one safe failure, and the engineering evidence.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6012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A50"/>
                </a:solidFill>
              </a:rPr>
              <a:t>01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60120" y="3127248"/>
            <a:ext cx="2651760" cy="0"/>
          </a:xfrm>
          <a:prstGeom prst="line">
            <a:avLst/>
          </a:prstGeom>
          <a:noFill/>
          <a:ln w="2032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012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Value path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6012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Load plan and read weekly safe-to-spend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66344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A83B"/>
                </a:solidFill>
              </a:rPr>
              <a:t>02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4663440" y="3127248"/>
            <a:ext cx="2651760" cy="0"/>
          </a:xfrm>
          <a:prstGeom prst="line">
            <a:avLst/>
          </a:prstGeom>
          <a:noFill/>
          <a:ln w="20320">
            <a:solidFill>
              <a:srgbClr val="E6A8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Failure path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46634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Invalid or unauthorized access fails safely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36676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03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8366760" y="3127248"/>
            <a:ext cx="2651760" cy="0"/>
          </a:xfrm>
          <a:prstGeom prst="line">
            <a:avLst/>
          </a:prstGeom>
          <a:noFill/>
          <a:ln w="20320">
            <a:solidFill>
              <a:srgbClr val="38BDF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Evidence path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36676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Show snapshot and test/deploy proof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7552" y="532180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D8B0"/>
                </a:solidFill>
              </a:rPr>
              <a:t>Deck stops here. Product proof starts in the browser.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GoalWise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GoalWise Final Demo - High-End</dc:title>
  <dc:subject>Graduate CS final demo</dc:subject>
  <dc:creator>GoalWise Team</dc:creator>
  <cp:lastModifiedBy>GoalWise Team</cp:lastModifiedBy>
  <cp:revision>1</cp:revision>
  <dcterms:created xsi:type="dcterms:W3CDTF">2026-09-11T03:15:34Z</dcterms:created>
  <dcterms:modified xsi:type="dcterms:W3CDTF">2026-09-11T03:15:34Z</dcterms:modified>
</cp:coreProperties>
</file>
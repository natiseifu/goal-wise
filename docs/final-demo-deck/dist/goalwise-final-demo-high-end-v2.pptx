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Vishal. 0:45. Start with the product question, not the technology. GoalWise is a focused planning workflow: one savings goal, explicit assumptions, and a weekly result that the team can trace back to its inputs.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Vishal. 0:55. Define the boundary before discussing implementation. The current product is the planning loop, not a general personal-finance system. CSV import and the AI explanation are controlled edges around that loop; bank sync, raw transaction import, and multiple active goals are outside this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Nati. 1:00. Walk through the request path: the React UI sends inputs to the versioned FastAPI API; services validate and normalize them; the pure pace engine calculates the result; the database stores the committed snapshot; the dashboard reads the backend response. React formats the number but does not reproduce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Nati. 1:00. This is the main technical decision. The number has to be reproducible because it is the product's most consequential output. We accepted a narrower formula in exchange for a result we can test, explain, and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Nati. 0:55. A snapshot gives the dashboard and the explanation a stable reference. When the plan changes, the system creates a new record instead of silently rewriting the old result. That makes the calculation reviewable during the demo and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Nati. 0:55. Security is part of the product contract, not a deployment footnote. The browser can request a resource, but the backend decides whether the session owns it. We will use invalid CSV as the visible demo failure; the cross-user access tests are the stronger evidence behind the same trust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Nati. 0:55. The team used AI heavily during implementation, but the specification, boundaries, and review process remained human-guided. At runtime, the model only sees minimized aggregate data from an existing snapshot. It can explain that result, but it cannot calculate, override, or turn it into financial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Thanh. 1:00. Tie each evidence group to a system boundary: pace-v1 golden tests for the financial contract; API and cross-user tests for behavior and ownership; migration checks for persistence; frontend checks for the build and user flow; GitHub CI and Railway deployment for delivery. These checks support the demo, but they do not prove production-scale load behavior.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Vishal, then demo operator. 0:25. Hand off directly to the browser. Start at https://goalwise.up.railway.app/register. Use https://staging-goalwise.up.railway.app/register as the fallback. The visible failure is an invalid CSV import: the app should reject it during review rather than changing the plan. Then use seeded data to show the dashboard and generate the AI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" y="713232"/>
            <a:ext cx="146304" cy="525780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1560" y="93268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D8B0"/>
                </a:solidFill>
              </a:rPr>
              <a:t>GOALWISE / FINAL DEMO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7552" y="133502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GoalWise</a:t>
            </a:r>
            <a:endParaRPr lang="en-US" sz="4900" dirty="0"/>
          </a:p>
        </p:txBody>
      </p:sp>
      <p:sp>
        <p:nvSpPr>
          <p:cNvPr id="45" name="Text 43"/>
          <p:cNvSpPr/>
          <p:nvPr/>
        </p:nvSpPr>
        <p:spPr>
          <a:xfrm>
            <a:off x="103327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CEC4"/>
                </a:solidFill>
              </a:rPr>
              <a:t>weekly planning from explicit assumptions</a:t>
            </a:r>
            <a:endParaRPr lang="en-US" sz="1700" dirty="0"/>
          </a:p>
        </p:txBody>
      </p:sp>
      <p:pic>
        <p:nvPicPr>
          <p:cNvPr id="46" name="Image 0" descr="/Users/nati/Documents/Personal_Nati/VS_code_stuff/2026/sofia/goal-wise/.worktrees/final-demo-deck/docs/final-demo-deck/assets/goalwise-mai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658368"/>
            <a:ext cx="4709160" cy="4709160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6263640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73368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ONE GOAL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373368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MVP scope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119872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229600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A8"/>
                </a:solidFill>
              </a:rPr>
              <a:t>PACE-v1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8229600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deterministic core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976104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085832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AI EDGE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085832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explain only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4DD"/>
                </a:solidFill>
              </a:rPr>
              <a:t>One goal. Explicit assumptions. A result the user can review.  /  Live demo: registration -&gt; setup -&gt; plan -&gt; explanation.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PRODUCT SCOPE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started with one planning question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Can this user reach the target by the target date, and what can they spend this week?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78608"/>
            <a:ext cx="3246120" cy="2670048"/>
          </a:xfrm>
          <a:prstGeom prst="rect">
            <a:avLst/>
          </a:prstGeom>
          <a:solidFill>
            <a:srgbClr val="F5FBF7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A50"/>
                </a:solidFill>
              </a:rPr>
              <a:t>CURRENT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0976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What the demo can defend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69264" y="3858768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25296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one active savings goal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69264" y="4242816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25296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manual assumptions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69264" y="4626864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25296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safe-to-spend + status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17136" y="2578608"/>
            <a:ext cx="3246120" cy="2670048"/>
          </a:xfrm>
          <a:prstGeom prst="rect">
            <a:avLst/>
          </a:prstGeom>
          <a:solidFill>
            <a:srgbClr val="F4F8FC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A8"/>
                </a:solidFill>
              </a:rPr>
              <a:t>EDGE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718304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Accepted but controlled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4736592" y="3858768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92624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CSV preview + confirmation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36592" y="4242816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92624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optional AI explanation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36592" y="4626864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92624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snapshot-scoped summaries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284464" y="2578608"/>
            <a:ext cx="3246120" cy="2670048"/>
          </a:xfrm>
          <a:prstGeom prst="rect">
            <a:avLst/>
          </a:prstGeom>
          <a:solidFill>
            <a:srgbClr val="FFF8F5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85632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85F4B"/>
                </a:solidFill>
              </a:rPr>
              <a:t>DEFERRED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85632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Named honestly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503920" y="3858768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759952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bank sync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503920" y="4242816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59952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raw transaction import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8503920" y="4626864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75995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multi-goal planning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SYSTEM ARCHITECTURE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browser collects inputs; the backend decides what they mean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UI guides the user, while validation, ownership, calculation, and persistence stay server-side.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315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Browser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412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React renders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3042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07792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8BD8B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0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BD8B0"/>
                </a:solidFill>
              </a:rPr>
              <a:t>API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3017520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FastAPI /api/v1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480560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0749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846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Services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51846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ownership + normalize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6476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242048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51776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pace-v1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7351776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pure calculation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814816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4183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280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Snapshots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95280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immutable audit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86384" y="4800600"/>
            <a:ext cx="10378440" cy="566928"/>
          </a:xfrm>
          <a:prstGeom prst="rect">
            <a:avLst/>
          </a:prstGeom>
          <a:solidFill>
            <a:srgbClr val="17201C"/>
          </a:solidFill>
          <a:ln w="12700">
            <a:solidFill>
              <a:srgbClr val="31443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4128" y="4983480"/>
            <a:ext cx="9893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6F1E7"/>
                </a:solidFill>
              </a:rPr>
              <a:t>Frontend formats and visualizes; the backend owns official financial outputs.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CALCULATION DECISION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weekly allowance is calculated in one place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backend produces safe-to-spend, shortfall, and pace status from versioned inputs.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DECISION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keep official financial output in pace-v1.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identical inputs produce the same result; golden tests cover the calculation contract.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ALTERNATIVE REJECTED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an AI-generated number would be harder to reproduce and audit.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TRADE-OFF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the formula is narrower than open-ended financial advice.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CONSEQUENCE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explanations can add context without changing the number.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PERSISTENCE DECISION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saved plan should explain its own history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Each committed calculation records normalized inputs, outputs, and the formula version that produced them.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DECISION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write a new immutable snapshot after a committed plan change.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the snapshot schema stores normalized aggregates and formula_version.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ALTERNATIVE REJECTED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recomputing history would erase what the user saw earlier.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TRADE-OFF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more records and more schema discipline.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BOUNDARY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raw transaction descriptions do not enter the durable result.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SECURITY BOUNDARY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deployed app does not trust the browser with ownership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Sessions, CSRF checks, and server-side ownership rules protect the same workflow we demo locally.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296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A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2487168"/>
            <a:ext cx="128016" cy="96012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3385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A50"/>
                </a:solidFill>
              </a:rPr>
              <a:t>Session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5059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HTTP-only cookie; only a hashed opaque token is stored server-side</a:t>
            </a:r>
            <a:endParaRPr lang="en-US" sz="1220" dirty="0"/>
          </a:p>
        </p:txBody>
      </p:sp>
      <p:sp>
        <p:nvSpPr>
          <p:cNvPr id="48" name="Shape 46"/>
          <p:cNvSpPr/>
          <p:nvPr/>
        </p:nvSpPr>
        <p:spPr>
          <a:xfrm>
            <a:off x="626364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A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63640" y="2487168"/>
            <a:ext cx="128016" cy="96012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7453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A8"/>
                </a:solidFill>
              </a:rPr>
              <a:t>CSRF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9127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Unsafe authenticated methods require a CSRF token</a:t>
            </a:r>
            <a:endParaRPr lang="en-US" sz="1220" dirty="0"/>
          </a:p>
        </p:txBody>
      </p:sp>
      <p:sp>
        <p:nvSpPr>
          <p:cNvPr id="52" name="Shape 50"/>
          <p:cNvSpPr/>
          <p:nvPr/>
        </p:nvSpPr>
        <p:spPr>
          <a:xfrm>
            <a:off x="82296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D85F4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2960" y="3904488"/>
            <a:ext cx="128016" cy="960120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3385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5F4B"/>
                </a:solidFill>
              </a:rPr>
              <a:t>Ownership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45059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Private cross-user resource access returns 404</a:t>
            </a:r>
            <a:endParaRPr lang="en-US" sz="1220" dirty="0"/>
          </a:p>
        </p:txBody>
      </p:sp>
      <p:sp>
        <p:nvSpPr>
          <p:cNvPr id="56" name="Shape 54"/>
          <p:cNvSpPr/>
          <p:nvPr/>
        </p:nvSpPr>
        <p:spPr>
          <a:xfrm>
            <a:off x="626364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E6A83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63640" y="3904488"/>
            <a:ext cx="128016" cy="960120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7453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A83B"/>
                </a:solidFill>
              </a:rPr>
              <a:t>Hosting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89127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Railway uses secure cookies, allowlisted origins, and PostgreSQL</a:t>
            </a:r>
            <a:endParaRPr lang="en-US" sz="1220" dirty="0"/>
          </a:p>
        </p:txBody>
      </p:sp>
      <p:sp>
        <p:nvSpPr>
          <p:cNvPr id="60" name="Shape 58"/>
          <p:cNvSpPr/>
          <p:nvPr/>
        </p:nvSpPr>
        <p:spPr>
          <a:xfrm>
            <a:off x="960120" y="5440680"/>
            <a:ext cx="10149840" cy="475488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43000" y="559612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6F1E7"/>
                </a:solidFill>
              </a:rPr>
              <a:t>Demo failure case: unauthorized or cross-user access fails without exposing another user's financial data.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AI BOUNDARY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summary is downstream of the calculation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model receives a minimized snapshot and writes explanation text; the official numbers remain unchanged.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8368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3816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7A50"/>
                </a:solidFill>
              </a:rPr>
              <a:t>COMMITTED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813816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snapshot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58568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26080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38BDF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81528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8BDF8"/>
                </a:solidFill>
              </a:rPr>
              <a:t>MINIMIZED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3081528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aggregate payload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26280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193792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49240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E6A83B"/>
                </a:solidFill>
              </a:rPr>
              <a:t>GENERATED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349240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explanation prose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93992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461504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8BD8B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16952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D8B0"/>
                </a:solidFill>
              </a:rPr>
              <a:t>VALIDATED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7616952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schema + snapshot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061704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729216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84664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A8"/>
                </a:solidFill>
              </a:rPr>
              <a:t>RENDERED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9884664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backend numbers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51560" y="486460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</a:rPr>
              <a:t>Runtime AI is allowed to explain a committed calculation. It is not allowed to become the calculator.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VERIFICATION AND DELIVERY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tested the contracts that support the demo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project is deployed through GitHub CI/CD to Railway, with evidence at the calculation, API, UI, and delivery boundaries.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2960" y="2514600"/>
            <a:ext cx="3977640" cy="896112"/>
          </a:xfrm>
          <a:prstGeom prst="rect">
            <a:avLst/>
          </a:prstGeom>
          <a:solidFill>
            <a:srgbClr val="FFFFFF"/>
          </a:solidFill>
          <a:ln w="13970">
            <a:solidFill>
              <a:srgbClr val="0F7A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2514600"/>
            <a:ext cx="118872" cy="896112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97280" y="267919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Calculation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2395728" y="267919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pace-v1 golden scenarios</a:t>
            </a:r>
            <a:endParaRPr lang="en-US" sz="1120" dirty="0"/>
          </a:p>
        </p:txBody>
      </p:sp>
      <p:sp>
        <p:nvSpPr>
          <p:cNvPr id="48" name="Shape 46"/>
          <p:cNvSpPr/>
          <p:nvPr/>
        </p:nvSpPr>
        <p:spPr>
          <a:xfrm>
            <a:off x="5349240" y="2514600"/>
            <a:ext cx="3977640" cy="896112"/>
          </a:xfrm>
          <a:prstGeom prst="rect">
            <a:avLst/>
          </a:prstGeom>
          <a:solidFill>
            <a:srgbClr val="FFFFFF"/>
          </a:solidFill>
          <a:ln w="13970">
            <a:solidFill>
              <a:srgbClr val="2563A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49240" y="2514600"/>
            <a:ext cx="118872" cy="89611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23560" y="267919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A8"/>
                </a:solidFill>
              </a:rPr>
              <a:t>API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6922008" y="267919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auth, ownership, inputs, import, and AI routes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22960" y="3749040"/>
            <a:ext cx="3977640" cy="896112"/>
          </a:xfrm>
          <a:prstGeom prst="rect">
            <a:avLst/>
          </a:prstGeom>
          <a:solidFill>
            <a:srgbClr val="FFFFFF"/>
          </a:solidFill>
          <a:ln w="13970">
            <a:solidFill>
              <a:srgbClr val="E6A83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2960" y="3749040"/>
            <a:ext cx="118872" cy="896112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97280" y="391363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Persistence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2395728" y="391363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migration checks for PostgreSQL-compatible storage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5349240" y="3749040"/>
            <a:ext cx="3977640" cy="896112"/>
          </a:xfrm>
          <a:prstGeom prst="rect">
            <a:avLst/>
          </a:prstGeom>
          <a:solidFill>
            <a:srgbClr val="FFFFFF"/>
          </a:solidFill>
          <a:ln w="13970">
            <a:solidFill>
              <a:srgbClr val="D85F4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9240" y="3749040"/>
            <a:ext cx="118872" cy="896112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23560" y="391363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5F4B"/>
                </a:solidFill>
              </a:rPr>
              <a:t>Delivery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6922008" y="391363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TypeScript, lint, Vite, Playwright, GitHub CI, Railway</a:t>
            </a:r>
            <a:endParaRPr lang="en-US" sz="1120" dirty="0"/>
          </a:p>
        </p:txBody>
      </p:sp>
      <p:sp>
        <p:nvSpPr>
          <p:cNvPr id="60" name="Shape 58"/>
          <p:cNvSpPr/>
          <p:nvPr/>
        </p:nvSpPr>
        <p:spPr>
          <a:xfrm>
            <a:off x="822960" y="5138928"/>
            <a:ext cx="10424160" cy="530352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1560" y="5321808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A83B"/>
                </a:solidFill>
              </a:rPr>
              <a:t>Known gap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240280" y="5294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6F1E7"/>
                </a:solidFill>
              </a:rPr>
              <a:t>Tests prove contracts, not production load.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LIVE DEMO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will follow one user through the system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Registration, setup, plan creation, a rejected import, seeded data, and a snapshot-backed explanation.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6012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A50"/>
                </a:solidFill>
              </a:rPr>
              <a:t>01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960120" y="3127248"/>
            <a:ext cx="2651760" cy="0"/>
          </a:xfrm>
          <a:prstGeom prst="line">
            <a:avLst/>
          </a:prstGeom>
          <a:noFill/>
          <a:ln w="2032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012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Value path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96012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Load plan and read weekly safe-to-spend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66344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A83B"/>
                </a:solidFill>
              </a:rPr>
              <a:t>02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4663440" y="3127248"/>
            <a:ext cx="2651760" cy="0"/>
          </a:xfrm>
          <a:prstGeom prst="line">
            <a:avLst/>
          </a:prstGeom>
          <a:noFill/>
          <a:ln w="20320">
            <a:solidFill>
              <a:srgbClr val="E6A83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Failure path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466344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Invalid or unauthorized access fails safely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36676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03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8366760" y="3127248"/>
            <a:ext cx="2651760" cy="0"/>
          </a:xfrm>
          <a:prstGeom prst="line">
            <a:avLst/>
          </a:prstGeom>
          <a:noFill/>
          <a:ln w="20320">
            <a:solidFill>
              <a:srgbClr val="38BDF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Evidence path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36676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Show snapshot and test/deploy proof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87552" y="532180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D8B0"/>
                </a:solidFill>
              </a:rPr>
              <a:t>Deck stops here. Product proof starts in the browser.</a:t>
            </a:r>
            <a:endParaRPr lang="en-US" sz="1900" dirty="0"/>
          </a:p>
        </p:txBody>
      </p:sp>
      <p:sp>
        <p:nvSpPr>
          <p:cNvPr id="57" name="Text 55"/>
          <p:cNvSpPr/>
          <p:nvPr/>
        </p:nvSpPr>
        <p:spPr>
          <a:xfrm>
            <a:off x="987552" y="5925312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FB6"/>
                </a:solidFill>
              </a:rPr>
              <a:t>goalwise.up.railway.app/register  |  staging-goalwise.up.railway.app/register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GoalWise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GoalWise Final Demo - High-End</dc:title>
  <dc:subject>Graduate CS final demo</dc:subject>
  <dc:creator>GoalWise Team</dc:creator>
  <cp:lastModifiedBy>GoalWise Team</cp:lastModifiedBy>
  <cp:revision>1</cp:revision>
  <dcterms:created xsi:type="dcterms:W3CDTF">2026-09-11T17:28:45Z</dcterms:created>
  <dcterms:modified xsi:type="dcterms:W3CDTF">2026-09-11T17:28:45Z</dcterms:modified>
</cp:coreProperties>
</file>
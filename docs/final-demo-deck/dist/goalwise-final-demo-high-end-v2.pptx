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Vishal. 0:45. Start with the product question, not the technology. GoalWise is a focused planning workflow: one savings goal, explicit assumptions, and a weekly result that the team can trace back to its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Vishal. 0:55. Define the boundary before discussing implementation. The current product is the planning loop, not a general personal-finance system. CSV import and the AI explanation are controlled edges around that loop; bank sync, raw transaction import, and multiple active goals are outside this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1:00. Walk through the request path: the React UI sends inputs to the versioned FastAPI API; services validate and normalize them; the pure pace engine calculates the result; the database stores the committed snapshot; the dashboard reads the backend response. React formats the number but does not reproduce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1:00. This is the main technical decision. The number has to be reproducible because it is the product's most consequential output. We accepted a narrower formula in exchange for a result we can test, explain, and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0:55. A snapshot gives the dashboard and the explanation a stable reference. When the plan changes, the system creates a new record instead of silently rewriting the old result. That makes the calculation reviewable during the demo and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0:55. Security is part of the product contract, not a deployment footnote. The browser can request a resource, but the backend decides whether the session owns it. We will use invalid CSV as the visible demo failure; the cross-user access tests are the stronger evidence behind the same trust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0:55. The team used AI heavily during implementation, but the specification, boundaries, and review process remained human-guided. At runtime, the model only sees minimized aggregate data from an existing snapshot. It can explain that result, but it cannot calculate, override, or turn it into financial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Thanh. 1:00. Tie each evidence group to a system boundary: pace-v1 golden tests for the financial contract; API and cross-user tests for behavior and ownership; migration checks for persistence; frontend checks for the build and user flow; GitHub CI and Railway deployment for delivery. These checks support the demo, but they do not prove production-scale load behavior.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Vishal, then demo operator. 0:25. Hand off directly to the browser. Start at https://goalwise.up.railway.app/register. Use https://staging-goalwise.up.railway.app/register as the fallback. The visible failure is an invalid CSV import: the app should reject it during review rather than changing the plan. Then use seeded data to show the dashboard and generate the AI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GOALWISE /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Users/nati/Documents/Personal_Nati/VS_code_stuff/2026/sofia/goal-wise/.worktrees/final-demo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One goal. Explicit assumptions. A result the user can review.  /  Live demo: registration -&gt; setup -&gt; plan -&gt; explanation.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started with one planning question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Can this user reach the target by the target date, and what can they spend this week?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browser collects inputs; the backend decides what they mean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UI guides the user, while validation, ownership, calculation, and persistence stay server-side.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CALCULATION DECISION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weekly allowance is calculated in one place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backend produces safe-to-spend, shortfall, and pace status from versioned inputs.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DECISION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keep official financial output in pace-v1.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identical inputs produce the same result; golden tests cover the calculation contract.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ALTERNATIVE REJECTED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an AI-generated number would be harder to reproduce and audit.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TRADE-OFF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the formula is narrower than open-ended financial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CONSEQUENCE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explanations can add context without changing the number.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PERSISTENCE DECISION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saved plan should explain its own history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Each committed calculation records normalized inputs, outputs, and the formula version that produced them.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DECISION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write a new immutable snapshot after a committed plan change.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the snapshot schema stores normalized aggregates and formula_version.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ALTERNATIVE REJECTED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erase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TRADE-OFF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more records and more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BOUNDARY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raw transaction descriptions do not enter the durable result.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deployed app does not trust the browser with ownership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Sessions, CSRF checks, and server-side ownership rules protect the same workflow we demo locally.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summary is downstream of the calculation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model receives a minimized snapshot and writes explanation text; the official numbers remain unchanged.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 AND DELIVERY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tested the contracts that support the demo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project is deployed through GitHub CI/CD to Railway, with evidence at the calculation, API, UI, and delivery boundaries.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51460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514600"/>
            <a:ext cx="118872" cy="89611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97280" y="267919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Calculation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2395728" y="267919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pace-v1 golden scenarios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5349240" y="251460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49240" y="2514600"/>
            <a:ext cx="118872" cy="89611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23560" y="267919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API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6922008" y="267919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auth, ownership, inputs, import, and AI routes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22960" y="374904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749040"/>
            <a:ext cx="118872" cy="89611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97280" y="39136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Persistence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2395728" y="391363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migration checks for PostgreSQL-compatible storage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5349240" y="374904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D85F4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9240" y="3749040"/>
            <a:ext cx="118872" cy="89611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23560" y="39136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5F4B"/>
                </a:solidFill>
              </a:rPr>
              <a:t>Delivery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6922008" y="391363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TypeScript, lint, Vite, Playwright, GitHub CI, Railway</a:t>
            </a:r>
            <a:endParaRPr lang="en-US" sz="1120" dirty="0"/>
          </a:p>
        </p:txBody>
      </p:sp>
      <p:sp>
        <p:nvSpPr>
          <p:cNvPr id="60" name="Shape 58"/>
          <p:cNvSpPr/>
          <p:nvPr/>
        </p:nvSpPr>
        <p:spPr>
          <a:xfrm>
            <a:off x="822960" y="5138928"/>
            <a:ext cx="10424160" cy="530352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5321808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240280" y="5294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will follow one user through the system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Registration, setup, plan creation, a rejected import, seeded data, and a snapshot-backed explanation.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987552" y="5925312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FB6"/>
                </a:solidFill>
              </a:rPr>
              <a:t>goalwise.up.railway.app/register  |  staging-goalwise.up.railway.app/register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2026-09-11T17:48:09Z</dcterms:created>
  <dcterms:modified xsi:type="dcterms:W3CDTF">2026-09-11T17:48:09Z</dcterms:modified>
</cp:coreProperties>
</file>